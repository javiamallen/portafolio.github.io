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Crafting instructions for generative models</a:t>
            </a:r>
          </a:p>
          <a:p>
            <a:pPr lvl="1"/>
            <a:r>
              <a:t>Natural language tasks for AI</a:t>
            </a:r>
          </a:p>
          <a:p>
            <a:pPr lvl="1"/>
            <a:r>
              <a:t>Guides model behavior and output</a:t>
            </a:r>
          </a:p>
          <a:p>
            <a:pPr lvl="1"/>
            <a:r>
              <a:t>Critical for reliable system performance</a:t>
            </a:r>
          </a:p>
          <a:p>
            <a:pPr lvl="1"/>
            <a:r>
              <a:t>Core skill for AI practitioners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queries for direct answers</a:t>
            </a:r>
          </a:p>
          <a:p>
            <a:pPr lvl="1"/>
            <a:r>
              <a:t>Command-based task instructions</a:t>
            </a:r>
          </a:p>
          <a:p>
            <a:pPr lvl="1"/>
            <a:r>
              <a:t>Multi-sentence context rich prompts</a:t>
            </a:r>
          </a:p>
          <a:p>
            <a:pPr lvl="1"/>
            <a:r>
              <a:t>Conversation-aware contextual prompts</a:t>
            </a:r>
          </a:p>
          <a:p>
            <a:pPr lvl="1"/>
            <a:r>
              <a:t>Role-based or persona-driven prompts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Prompt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task description and intent</a:t>
            </a:r>
          </a:p>
          <a:p>
            <a:pPr lvl="1"/>
            <a:r>
              <a:t>Relevant domain or project context</a:t>
            </a:r>
          </a:p>
          <a:p>
            <a:pPr lvl="1"/>
            <a:r>
              <a:t>Style or tone specification guidance</a:t>
            </a:r>
          </a:p>
          <a:p>
            <a:pPr lvl="1"/>
            <a:r>
              <a:t>Constraints defining output boundaries</a:t>
            </a:r>
          </a:p>
          <a:p>
            <a:pPr lvl="1"/>
            <a:r>
              <a:t>Examples illustrating desired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and Style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AI a functional role</a:t>
            </a:r>
          </a:p>
          <a:p>
            <a:pPr lvl="1"/>
            <a:r>
              <a:t>Encourage expert-level reasoning outputs</a:t>
            </a:r>
          </a:p>
          <a:p>
            <a:pPr lvl="1"/>
            <a:r>
              <a:t>Define writing tone or voice</a:t>
            </a:r>
          </a:p>
          <a:p>
            <a:pPr lvl="1"/>
            <a:r>
              <a:t>Provide format expectations clearly</a:t>
            </a:r>
          </a:p>
          <a:p>
            <a:pPr lvl="1"/>
            <a:r>
              <a:t>Improve consistency across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Few-Shot Prompting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sample input-output pairs</a:t>
            </a:r>
          </a:p>
          <a:p>
            <a:pPr lvl="1"/>
            <a:r>
              <a:t>Demonstrate patterns for model learning</a:t>
            </a:r>
          </a:p>
          <a:p>
            <a:pPr lvl="1"/>
            <a:r>
              <a:t>Improve accuracy for niche tasks</a:t>
            </a:r>
          </a:p>
          <a:p>
            <a:pPr lvl="1"/>
            <a:r>
              <a:t>Reduce ambiguity in instructions</a:t>
            </a:r>
          </a:p>
          <a:p>
            <a:pPr lvl="1"/>
            <a:r>
              <a:t>Support more complex query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Consultants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simple then iterate prompts</a:t>
            </a:r>
          </a:p>
          <a:p>
            <a:pPr lvl="1"/>
            <a:r>
              <a:t>Test across multiple model versions</a:t>
            </a:r>
          </a:p>
          <a:p>
            <a:pPr lvl="1"/>
            <a:r>
              <a:t>Document reusable prompt frameworks</a:t>
            </a:r>
          </a:p>
          <a:p>
            <a:pPr lvl="1"/>
            <a:r>
              <a:t>Align prompts to business goals</a:t>
            </a:r>
          </a:p>
          <a:p>
            <a:pPr lvl="1"/>
            <a:r>
              <a:t>Validate outputs for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